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2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10350656" y="5759666"/>
            <a:ext cx="1877539" cy="1025606"/>
          </a:xfrm>
          <a:custGeom>
            <a:avLst/>
            <a:gdLst/>
            <a:ahLst/>
            <a:cxnLst/>
            <a:rect l="l" t="t" r="r" b="b"/>
            <a:pathLst>
              <a:path w="1877539" h="1025606">
                <a:moveTo>
                  <a:pt x="0" y="0"/>
                </a:moveTo>
                <a:lnTo>
                  <a:pt x="1877539" y="0"/>
                </a:lnTo>
                <a:lnTo>
                  <a:pt x="1877539" y="1025606"/>
                </a:lnTo>
                <a:lnTo>
                  <a:pt x="0" y="1025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52C5A0DF-CAD5-E5E1-8FCF-A25A3CEA9410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3D3107D8-3886-FFD2-DBFB-C2E9C2DFD07A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BA19ED80-C68F-9751-9C1D-C18DDE729FFC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368EB77-0E68-2633-F0BC-0D8D6763096F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C6BD13D9-9093-10B8-AB1D-B270FD52153F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4FDC5DA-7438-7CA1-0FC1-8A82CB30D4EA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F6A9D0C4-4D14-AFEF-AF73-3440D474FB75}"/>
              </a:ext>
            </a:extLst>
          </p:cNvPr>
          <p:cNvSpPr/>
          <p:nvPr/>
        </p:nvSpPr>
        <p:spPr>
          <a:xfrm>
            <a:off x="15252700" y="8915400"/>
            <a:ext cx="2209800" cy="762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7941DA4F-2E3D-D5F8-E67C-46F21150D846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3151CBF-41D3-AA7D-1E17-456BCA14BDE8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AAB61BE2-984A-D7E2-2BEA-A5AD97211B96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05A2067F-98F7-7F94-7CE7-9AB4C7BFE695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3C46119-2BFD-2E30-D0F1-D91ADD5B8ABD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C59F1BBC-4BF4-3330-9240-59A020A2BA5F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83172F29-00A7-4695-8BE1-5F441A9E36C9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E295A52-5CE1-8A9D-894F-C339D83456A0}"/>
              </a:ext>
            </a:extLst>
          </p:cNvPr>
          <p:cNvSpPr/>
          <p:nvPr/>
        </p:nvSpPr>
        <p:spPr>
          <a:xfrm>
            <a:off x="15208250" y="9372600"/>
            <a:ext cx="2254250" cy="3048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Niestandardowy</PresentationFormat>
  <Paragraphs>0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Digital_Modulation_Performance_AWGN_Channel.pdf</dc:title>
  <cp:lastModifiedBy>Damian Dominiak (284358)</cp:lastModifiedBy>
  <cp:revision>2</cp:revision>
  <dcterms:created xsi:type="dcterms:W3CDTF">2006-08-16T00:00:00Z</dcterms:created>
  <dcterms:modified xsi:type="dcterms:W3CDTF">2026-01-13T11:38:33Z</dcterms:modified>
  <dc:identifier>DAG-S4V4avQ</dc:identifier>
</cp:coreProperties>
</file>